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492"/>
    <a:srgbClr val="FFD53B"/>
    <a:srgbClr val="FFD2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232" d="100"/>
          <a:sy n="232" d="100"/>
        </p:scale>
        <p:origin x="-7020" y="-3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39BA-5F35-48A1-AC3B-AEF0DA3BCD0D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8DB7A-D3F8-46FC-AC18-6E00E29328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377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39BA-5F35-48A1-AC3B-AEF0DA3BCD0D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8DB7A-D3F8-46FC-AC18-6E00E29328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965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39BA-5F35-48A1-AC3B-AEF0DA3BCD0D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8DB7A-D3F8-46FC-AC18-6E00E29328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608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39BA-5F35-48A1-AC3B-AEF0DA3BCD0D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8DB7A-D3F8-46FC-AC18-6E00E29328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22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39BA-5F35-48A1-AC3B-AEF0DA3BCD0D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8DB7A-D3F8-46FC-AC18-6E00E29328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63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39BA-5F35-48A1-AC3B-AEF0DA3BCD0D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8DB7A-D3F8-46FC-AC18-6E00E29328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5992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39BA-5F35-48A1-AC3B-AEF0DA3BCD0D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8DB7A-D3F8-46FC-AC18-6E00E29328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67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39BA-5F35-48A1-AC3B-AEF0DA3BCD0D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8DB7A-D3F8-46FC-AC18-6E00E29328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702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39BA-5F35-48A1-AC3B-AEF0DA3BCD0D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8DB7A-D3F8-46FC-AC18-6E00E29328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020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39BA-5F35-48A1-AC3B-AEF0DA3BCD0D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8DB7A-D3F8-46FC-AC18-6E00E29328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749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39BA-5F35-48A1-AC3B-AEF0DA3BCD0D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8DB7A-D3F8-46FC-AC18-6E00E29328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552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639BA-5F35-48A1-AC3B-AEF0DA3BCD0D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8DB7A-D3F8-46FC-AC18-6E00E29328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15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3231751" y="759508"/>
            <a:ext cx="1450993" cy="1186428"/>
            <a:chOff x="3231751" y="759508"/>
            <a:chExt cx="1450993" cy="1186428"/>
          </a:xfrm>
        </p:grpSpPr>
        <p:sp>
          <p:nvSpPr>
            <p:cNvPr id="5" name="Rectangle 4"/>
            <p:cNvSpPr/>
            <p:nvPr/>
          </p:nvSpPr>
          <p:spPr>
            <a:xfrm>
              <a:off x="3520096" y="1237534"/>
              <a:ext cx="955652" cy="4571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Ellipse 3"/>
            <p:cNvSpPr/>
            <p:nvPr/>
          </p:nvSpPr>
          <p:spPr>
            <a:xfrm>
              <a:off x="3244345" y="1118286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Ellipse 5"/>
            <p:cNvSpPr/>
            <p:nvPr/>
          </p:nvSpPr>
          <p:spPr>
            <a:xfrm>
              <a:off x="4371876" y="1111365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0" name="Connecteur droit avec flèche 9"/>
            <p:cNvCxnSpPr/>
            <p:nvPr/>
          </p:nvCxnSpPr>
          <p:spPr>
            <a:xfrm flipV="1">
              <a:off x="3382594" y="1576604"/>
              <a:ext cx="1130400" cy="0"/>
            </a:xfrm>
            <a:prstGeom prst="straightConnector1">
              <a:avLst/>
            </a:prstGeom>
            <a:ln w="12700">
              <a:solidFill>
                <a:schemeClr val="bg1">
                  <a:lumMod val="95000"/>
                </a:schemeClr>
              </a:solidFill>
              <a:headEnd type="arrow" w="sm" len="lg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ZoneTexte 10"/>
            <p:cNvSpPr txBox="1"/>
            <p:nvPr/>
          </p:nvSpPr>
          <p:spPr>
            <a:xfrm>
              <a:off x="3231751" y="75950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ZoneTexte 11"/>
            <p:cNvSpPr txBox="1"/>
            <p:nvPr/>
          </p:nvSpPr>
          <p:spPr>
            <a:xfrm>
              <a:off x="4381058" y="76065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ZoneTexte 12"/>
                <p:cNvSpPr txBox="1"/>
                <p:nvPr/>
              </p:nvSpPr>
              <p:spPr>
                <a:xfrm>
                  <a:off x="3790431" y="1576604"/>
                  <a:ext cx="3516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fr-FR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3" name="ZoneTexte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0431" y="1576604"/>
                  <a:ext cx="351635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e 25"/>
          <p:cNvGrpSpPr/>
          <p:nvPr/>
        </p:nvGrpSpPr>
        <p:grpSpPr>
          <a:xfrm>
            <a:off x="6632375" y="829186"/>
            <a:ext cx="1850038" cy="1634317"/>
            <a:chOff x="6632375" y="829186"/>
            <a:chExt cx="1850038" cy="1634317"/>
          </a:xfrm>
        </p:grpSpPr>
        <p:sp>
          <p:nvSpPr>
            <p:cNvPr id="20" name="Rectangle 19"/>
            <p:cNvSpPr/>
            <p:nvPr/>
          </p:nvSpPr>
          <p:spPr>
            <a:xfrm rot="-2220000">
              <a:off x="7471582" y="1642972"/>
              <a:ext cx="955652" cy="4571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Rectangle 17"/>
            <p:cNvSpPr/>
            <p:nvPr/>
          </p:nvSpPr>
          <p:spPr>
            <a:xfrm rot="2247273">
              <a:off x="6699159" y="1623691"/>
              <a:ext cx="955652" cy="4571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/>
            <p:cNvSpPr/>
            <p:nvPr/>
          </p:nvSpPr>
          <p:spPr>
            <a:xfrm>
              <a:off x="7418730" y="1803833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Ellipse 15"/>
            <p:cNvSpPr/>
            <p:nvPr/>
          </p:nvSpPr>
          <p:spPr>
            <a:xfrm>
              <a:off x="6649855" y="1214890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Ellipse 16"/>
            <p:cNvSpPr/>
            <p:nvPr/>
          </p:nvSpPr>
          <p:spPr>
            <a:xfrm>
              <a:off x="8197920" y="1214890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ZoneTexte 20"/>
            <p:cNvSpPr txBox="1"/>
            <p:nvPr/>
          </p:nvSpPr>
          <p:spPr>
            <a:xfrm>
              <a:off x="6632375" y="82918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ZoneTexte 21"/>
            <p:cNvSpPr txBox="1"/>
            <p:nvPr/>
          </p:nvSpPr>
          <p:spPr>
            <a:xfrm>
              <a:off x="8182331" y="8291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ZoneTexte 22"/>
            <p:cNvSpPr txBox="1"/>
            <p:nvPr/>
          </p:nvSpPr>
          <p:spPr>
            <a:xfrm>
              <a:off x="7415147" y="209417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Arc 23"/>
            <p:cNvSpPr/>
            <p:nvPr/>
          </p:nvSpPr>
          <p:spPr>
            <a:xfrm>
              <a:off x="7340997" y="1538105"/>
              <a:ext cx="429328" cy="429328"/>
            </a:xfrm>
            <a:prstGeom prst="arc">
              <a:avLst>
                <a:gd name="adj1" fmla="val 10897568"/>
                <a:gd name="adj2" fmla="val 0"/>
              </a:avLst>
            </a:prstGeom>
            <a:ln w="12700">
              <a:solidFill>
                <a:schemeClr val="bg1">
                  <a:lumMod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ZoneTexte 24"/>
                <p:cNvSpPr txBox="1"/>
                <p:nvPr/>
              </p:nvSpPr>
              <p:spPr>
                <a:xfrm>
                  <a:off x="7373763" y="1208396"/>
                  <a:ext cx="3741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fr-FR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5" name="ZoneTexte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3763" y="1208396"/>
                  <a:ext cx="37414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e 65"/>
          <p:cNvGrpSpPr/>
          <p:nvPr/>
        </p:nvGrpSpPr>
        <p:grpSpPr>
          <a:xfrm>
            <a:off x="2385690" y="3375717"/>
            <a:ext cx="3451344" cy="1799872"/>
            <a:chOff x="2385690" y="3375717"/>
            <a:chExt cx="3451344" cy="1799872"/>
          </a:xfrm>
        </p:grpSpPr>
        <p:sp>
          <p:nvSpPr>
            <p:cNvPr id="30" name="Ellipse 29"/>
            <p:cNvSpPr/>
            <p:nvPr/>
          </p:nvSpPr>
          <p:spPr>
            <a:xfrm>
              <a:off x="5216834" y="3559429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Parallélogramme 46"/>
            <p:cNvSpPr/>
            <p:nvPr/>
          </p:nvSpPr>
          <p:spPr>
            <a:xfrm>
              <a:off x="2440690" y="3915370"/>
              <a:ext cx="3150000" cy="324000"/>
            </a:xfrm>
            <a:prstGeom prst="parallelogram">
              <a:avLst>
                <a:gd name="adj" fmla="val 25846"/>
              </a:avLst>
            </a:prstGeom>
            <a:solidFill>
              <a:srgbClr val="FFD53B">
                <a:alpha val="49804"/>
              </a:srgbClr>
            </a:solidFill>
            <a:ln>
              <a:noFill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Ellipse 44"/>
            <p:cNvSpPr/>
            <p:nvPr/>
          </p:nvSpPr>
          <p:spPr>
            <a:xfrm>
              <a:off x="3209544" y="4727039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1" name="Parallélogramme 40"/>
            <p:cNvSpPr/>
            <p:nvPr/>
          </p:nvSpPr>
          <p:spPr>
            <a:xfrm>
              <a:off x="2385690" y="4247843"/>
              <a:ext cx="3176337" cy="521497"/>
            </a:xfrm>
            <a:prstGeom prst="parallelogram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Parallélogramme 39"/>
            <p:cNvSpPr/>
            <p:nvPr/>
          </p:nvSpPr>
          <p:spPr>
            <a:xfrm>
              <a:off x="2516319" y="3375717"/>
              <a:ext cx="3272589" cy="871289"/>
            </a:xfrm>
            <a:prstGeom prst="parallelogram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Rectangle 37"/>
            <p:cNvSpPr/>
            <p:nvPr/>
          </p:nvSpPr>
          <p:spPr>
            <a:xfrm rot="19263277">
              <a:off x="4633000" y="3984087"/>
              <a:ext cx="716015" cy="4571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700430" y="4222900"/>
              <a:ext cx="955652" cy="4571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/>
            <p:cNvSpPr/>
            <p:nvPr/>
          </p:nvSpPr>
          <p:spPr>
            <a:xfrm rot="17637380">
              <a:off x="3120231" y="4545445"/>
              <a:ext cx="720000" cy="4571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Ellipse 33"/>
            <p:cNvSpPr/>
            <p:nvPr/>
          </p:nvSpPr>
          <p:spPr>
            <a:xfrm>
              <a:off x="3209544" y="4730895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Ellipse 34"/>
            <p:cNvSpPr/>
            <p:nvPr/>
          </p:nvSpPr>
          <p:spPr>
            <a:xfrm>
              <a:off x="3493750" y="4101884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7" name="Ellipse 36"/>
            <p:cNvSpPr/>
            <p:nvPr/>
          </p:nvSpPr>
          <p:spPr>
            <a:xfrm>
              <a:off x="4552210" y="4096731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4" name="Parallélogramme 43"/>
            <p:cNvSpPr/>
            <p:nvPr/>
          </p:nvSpPr>
          <p:spPr>
            <a:xfrm>
              <a:off x="2528231" y="4247182"/>
              <a:ext cx="3308803" cy="928407"/>
            </a:xfrm>
            <a:prstGeom prst="parallelogram">
              <a:avLst>
                <a:gd name="adj" fmla="val 25846"/>
              </a:avLst>
            </a:prstGeom>
            <a:solidFill>
              <a:srgbClr val="FFD53B">
                <a:alpha val="49804"/>
              </a:srgbClr>
            </a:solidFill>
            <a:ln>
              <a:noFill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6" name="Corde 45"/>
            <p:cNvSpPr/>
            <p:nvPr/>
          </p:nvSpPr>
          <p:spPr>
            <a:xfrm>
              <a:off x="3210813" y="4727039"/>
              <a:ext cx="281667" cy="293668"/>
            </a:xfrm>
            <a:prstGeom prst="chord">
              <a:avLst>
                <a:gd name="adj1" fmla="val 6836370"/>
                <a:gd name="adj2" fmla="val 18022425"/>
              </a:avLst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Corde 47"/>
            <p:cNvSpPr>
              <a:spLocks noChangeAspect="1"/>
            </p:cNvSpPr>
            <p:nvPr/>
          </p:nvSpPr>
          <p:spPr>
            <a:xfrm>
              <a:off x="5213103" y="3562648"/>
              <a:ext cx="288591" cy="280800"/>
            </a:xfrm>
            <a:prstGeom prst="chord">
              <a:avLst>
                <a:gd name="adj1" fmla="val 18544036"/>
                <a:gd name="adj2" fmla="val 8873045"/>
              </a:avLst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ZoneTexte 48"/>
            <p:cNvSpPr txBox="1"/>
            <p:nvPr/>
          </p:nvSpPr>
          <p:spPr>
            <a:xfrm>
              <a:off x="2901902" y="478665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ZoneTexte 49"/>
            <p:cNvSpPr txBox="1"/>
            <p:nvPr/>
          </p:nvSpPr>
          <p:spPr>
            <a:xfrm>
              <a:off x="3475828" y="374765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4547272" y="435398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ZoneTexte 51"/>
            <p:cNvSpPr txBox="1"/>
            <p:nvPr/>
          </p:nvSpPr>
          <p:spPr>
            <a:xfrm>
              <a:off x="5221679" y="383405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" name="Connecteur droit avec flèche 53"/>
            <p:cNvCxnSpPr/>
            <p:nvPr/>
          </p:nvCxnSpPr>
          <p:spPr>
            <a:xfrm>
              <a:off x="3969505" y="4240307"/>
              <a:ext cx="405814" cy="330848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ZoneTexte 55"/>
                <p:cNvSpPr txBox="1"/>
                <p:nvPr/>
              </p:nvSpPr>
              <p:spPr>
                <a:xfrm>
                  <a:off x="3842353" y="4450862"/>
                  <a:ext cx="6895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234</m:t>
                            </m:r>
                          </m:sub>
                        </m:sSub>
                      </m:oMath>
                    </m:oMathPara>
                  </a14:m>
                  <a:endParaRPr lang="fr-FR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6" name="ZoneTexte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353" y="4450862"/>
                  <a:ext cx="68954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Connecteur droit avec flèche 57"/>
            <p:cNvCxnSpPr>
              <a:endCxn id="59" idx="2"/>
            </p:cNvCxnSpPr>
            <p:nvPr/>
          </p:nvCxnSpPr>
          <p:spPr>
            <a:xfrm flipV="1">
              <a:off x="3965128" y="3889613"/>
              <a:ext cx="302788" cy="353912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ZoneTexte 58"/>
                <p:cNvSpPr txBox="1"/>
                <p:nvPr/>
              </p:nvSpPr>
              <p:spPr>
                <a:xfrm>
                  <a:off x="3925803" y="3520281"/>
                  <a:ext cx="6842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123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59" name="ZoneTexte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5803" y="3520281"/>
                  <a:ext cx="68422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Arc 61"/>
            <p:cNvSpPr/>
            <p:nvPr/>
          </p:nvSpPr>
          <p:spPr>
            <a:xfrm>
              <a:off x="3845403" y="4090686"/>
              <a:ext cx="458583" cy="411030"/>
            </a:xfrm>
            <a:prstGeom prst="arc">
              <a:avLst>
                <a:gd name="adj1" fmla="val 16628927"/>
                <a:gd name="adj2" fmla="val 2628447"/>
              </a:avLst>
            </a:prstGeom>
            <a:ln w="12700">
              <a:solidFill>
                <a:schemeClr val="bg1">
                  <a:lumMod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ZoneTexte 64"/>
                <p:cNvSpPr txBox="1"/>
                <p:nvPr/>
              </p:nvSpPr>
              <p:spPr>
                <a:xfrm>
                  <a:off x="4207797" y="3864516"/>
                  <a:ext cx="3577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</m:t>
                        </m:r>
                      </m:oMath>
                    </m:oMathPara>
                  </a14:m>
                  <a:endParaRPr lang="fr-FR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5" name="ZoneTexte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797" y="3864516"/>
                  <a:ext cx="35779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e 119"/>
          <p:cNvGrpSpPr/>
          <p:nvPr/>
        </p:nvGrpSpPr>
        <p:grpSpPr>
          <a:xfrm>
            <a:off x="7496432" y="3129521"/>
            <a:ext cx="2516660" cy="2523942"/>
            <a:chOff x="7496432" y="3129521"/>
            <a:chExt cx="2516660" cy="2523942"/>
          </a:xfrm>
        </p:grpSpPr>
        <p:sp>
          <p:nvSpPr>
            <p:cNvPr id="113" name="Trapèze 112"/>
            <p:cNvSpPr/>
            <p:nvPr/>
          </p:nvSpPr>
          <p:spPr>
            <a:xfrm rot="14618777">
              <a:off x="7293300" y="4409871"/>
              <a:ext cx="2298443" cy="188742"/>
            </a:xfrm>
            <a:prstGeom prst="trapezoid">
              <a:avLst>
                <a:gd name="adj" fmla="val 0"/>
              </a:avLst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  <a:scene3d>
              <a:camera prst="orthographicFront">
                <a:rot lat="0" lon="0" rev="21588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2" name="Ellipse 71"/>
            <p:cNvSpPr/>
            <p:nvPr/>
          </p:nvSpPr>
          <p:spPr>
            <a:xfrm>
              <a:off x="9670356" y="3462772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8" name="Parallélogramme 107"/>
            <p:cNvSpPr/>
            <p:nvPr/>
          </p:nvSpPr>
          <p:spPr>
            <a:xfrm>
              <a:off x="7496432" y="3390405"/>
              <a:ext cx="2516660" cy="2102334"/>
            </a:xfrm>
            <a:prstGeom prst="parallelogram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8557938" y="4617544"/>
              <a:ext cx="955652" cy="4571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ln>
              <a:noFill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8" name="Rectangle 67"/>
            <p:cNvSpPr/>
            <p:nvPr/>
          </p:nvSpPr>
          <p:spPr>
            <a:xfrm rot="19380000">
              <a:off x="8954775" y="3923002"/>
              <a:ext cx="848813" cy="4571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9" name="Rectangle 68"/>
            <p:cNvSpPr/>
            <p:nvPr/>
          </p:nvSpPr>
          <p:spPr>
            <a:xfrm rot="2247273">
              <a:off x="8192224" y="3892203"/>
              <a:ext cx="955652" cy="4571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0" name="Ellipse 69"/>
            <p:cNvSpPr/>
            <p:nvPr/>
          </p:nvSpPr>
          <p:spPr>
            <a:xfrm>
              <a:off x="8891166" y="4051715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1" name="Ellipse 70"/>
            <p:cNvSpPr/>
            <p:nvPr/>
          </p:nvSpPr>
          <p:spPr>
            <a:xfrm>
              <a:off x="8122291" y="3462772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3" name="ZoneTexte 72"/>
            <p:cNvSpPr txBox="1"/>
            <p:nvPr/>
          </p:nvSpPr>
          <p:spPr>
            <a:xfrm>
              <a:off x="8887583" y="370406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ZoneTexte 73"/>
            <p:cNvSpPr txBox="1"/>
            <p:nvPr/>
          </p:nvSpPr>
          <p:spPr>
            <a:xfrm>
              <a:off x="9677231" y="31591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ZoneTexte 74"/>
            <p:cNvSpPr txBox="1"/>
            <p:nvPr/>
          </p:nvSpPr>
          <p:spPr>
            <a:xfrm>
              <a:off x="8114353" y="312952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Ellipse 79"/>
            <p:cNvSpPr/>
            <p:nvPr/>
          </p:nvSpPr>
          <p:spPr>
            <a:xfrm>
              <a:off x="8900536" y="4971325"/>
              <a:ext cx="284206" cy="2842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6" name="Corde 85"/>
            <p:cNvSpPr/>
            <p:nvPr/>
          </p:nvSpPr>
          <p:spPr>
            <a:xfrm>
              <a:off x="9671572" y="3462394"/>
              <a:ext cx="284320" cy="284320"/>
            </a:xfrm>
            <a:prstGeom prst="chord">
              <a:avLst>
                <a:gd name="adj1" fmla="val 10600432"/>
                <a:gd name="adj2" fmla="val 191989"/>
              </a:avLst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1" name="Triangle isocèle 90"/>
            <p:cNvSpPr/>
            <p:nvPr/>
          </p:nvSpPr>
          <p:spPr>
            <a:xfrm rot="3826965">
              <a:off x="7629473" y="4043081"/>
              <a:ext cx="2306337" cy="575847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1" name="ZoneTexte 80"/>
            <p:cNvSpPr txBox="1"/>
            <p:nvPr/>
          </p:nvSpPr>
          <p:spPr>
            <a:xfrm>
              <a:off x="9057535" y="51417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fr-FR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9" name="Connecteur droit avec flèche 98"/>
            <p:cNvCxnSpPr/>
            <p:nvPr/>
          </p:nvCxnSpPr>
          <p:spPr>
            <a:xfrm flipV="1">
              <a:off x="8645824" y="4241666"/>
              <a:ext cx="201927" cy="470516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ZoneTexte 99"/>
                <p:cNvSpPr txBox="1"/>
                <p:nvPr/>
              </p:nvSpPr>
              <p:spPr>
                <a:xfrm>
                  <a:off x="8270403" y="3871863"/>
                  <a:ext cx="6895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234</m:t>
                            </m:r>
                          </m:sub>
                        </m:sSub>
                      </m:oMath>
                    </m:oMathPara>
                  </a14:m>
                  <a:endParaRPr lang="fr-FR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00" name="ZoneTexte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0403" y="3871863"/>
                  <a:ext cx="68954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Connecteur droit avec flèche 100"/>
            <p:cNvCxnSpPr/>
            <p:nvPr/>
          </p:nvCxnSpPr>
          <p:spPr>
            <a:xfrm flipH="1" flipV="1">
              <a:off x="8353926" y="4436841"/>
              <a:ext cx="294394" cy="271684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ZoneTexte 101"/>
                <p:cNvSpPr txBox="1"/>
                <p:nvPr/>
              </p:nvSpPr>
              <p:spPr>
                <a:xfrm>
                  <a:off x="7790469" y="4285802"/>
                  <a:ext cx="6842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123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102" name="ZoneTexte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0469" y="4285802"/>
                  <a:ext cx="6842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Arc 102"/>
            <p:cNvSpPr/>
            <p:nvPr/>
          </p:nvSpPr>
          <p:spPr>
            <a:xfrm>
              <a:off x="8375204" y="4521830"/>
              <a:ext cx="458583" cy="411030"/>
            </a:xfrm>
            <a:prstGeom prst="arc">
              <a:avLst>
                <a:gd name="adj1" fmla="val 14225007"/>
                <a:gd name="adj2" fmla="val 18410192"/>
              </a:avLst>
            </a:prstGeom>
            <a:ln w="12700">
              <a:solidFill>
                <a:schemeClr val="bg1">
                  <a:lumMod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bg1">
                    <a:lumMod val="95000"/>
                  </a:schemeClr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ZoneTexte 103"/>
                <p:cNvSpPr txBox="1"/>
                <p:nvPr/>
              </p:nvSpPr>
              <p:spPr>
                <a:xfrm>
                  <a:off x="8438436" y="4134623"/>
                  <a:ext cx="3497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oMath>
                    </m:oMathPara>
                  </a14:m>
                  <a:endParaRPr lang="fr-FR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04" name="ZoneTexte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8436" y="4134623"/>
                  <a:ext cx="349775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931187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37</Words>
  <Application>Microsoft Office PowerPoint</Application>
  <PresentationFormat>Grand écran</PresentationFormat>
  <Paragraphs>21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Symbol</vt:lpstr>
      <vt:lpstr>Times New Roman</vt:lpstr>
      <vt:lpstr>Thème Office</vt:lpstr>
      <vt:lpstr>Présentation PowerPoint</vt:lpstr>
    </vt:vector>
  </TitlesOfParts>
  <Company>CEA/DAM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LEMARCHAND Claire 608225</dc:creator>
  <cp:lastModifiedBy>LEMARCHAND Claire 608225</cp:lastModifiedBy>
  <cp:revision>32</cp:revision>
  <dcterms:created xsi:type="dcterms:W3CDTF">2026-02-18T17:13:41Z</dcterms:created>
  <dcterms:modified xsi:type="dcterms:W3CDTF">2026-02-19T17:15:13Z</dcterms:modified>
</cp:coreProperties>
</file>